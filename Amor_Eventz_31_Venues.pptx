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2026-02-11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2026-02-11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2026-02-11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2026-02-11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2026-02-11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2026-02-11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2026-02-11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52829" y="2286000"/>
            <a:ext cx="5438347" cy="707886"/>
          </a:xfrm>
          <a:prstGeom prst="rect">
            <a:avLst/>
          </a:prstGeom>
          <a:noFill/>
        </p:spPr>
        <p:txBody>
          <a:bodyPr wrap="none">
            <a:spAutoFit/>
          </a:bodyPr>
          <a:lstStyle/>
          <a:p>
            <a:pPr algn="ctr">
              <a:defRPr sz="4000" b="1">
                <a:solidFill>
                  <a:srgbClr val="D4AF37"/>
                </a:solidFill>
              </a:defRPr>
            </a:pPr>
            <a:r>
              <a:rPr lang="en-IN" dirty="0"/>
              <a:t>Venus With Amor </a:t>
            </a:r>
            <a:r>
              <a:rPr lang="en-IN" dirty="0" err="1"/>
              <a:t>Eventz</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Itc Grand Central – Parel</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Itc Grand Central – Parel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Fariyas Banquet – Colaba</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Fariyas Banquet – Colaba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Blue Sea – Worli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Blue Sea – Worli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Jade Banquet – Worli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Jade Banquet – Worli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NSCI – Worli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NSCI – Worli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JK Banquets – Prabhadevi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JK Banquets – Prabhadevi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Kohinoor Park – Dadar</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Kohinoor Park – Dadar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Kohinoor ATC – Dadar</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Kohinoor ATC – Dadar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Suryavanshi Hall – Dadar</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Suryavanshi Hall – Dadar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Taj Santacruz – Santacruz</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Taj Santacruz – Santacruz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Sahara Star – Santacruz</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Sahara Star – Santacruz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The Orchid – Santacruz</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The Orchid – Santacruz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Kohinoor Continental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Kohinoor Continental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Radisson Blu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Radisson Blu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Fairfield by Marriott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Fairfield by Marriott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Holiday Inn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Holiday Inn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Hilton International Airport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Hilton International Airport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Taj The Trees – Vikhroli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Taj The Trees – Vikhroli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Grand Peninsula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Grand Peninsula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Goldfinch Hotel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Goldfinch Hotel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Sai Palace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Sai Palace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NESCO – Goregaon</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NESCO – Goregaon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Flags Banquets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Flags Banquets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Synergy Banquet – Navi Mumbai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Synergy Banquet – Navi Mumbai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Marriott – Vashi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Marriott – Vashi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Four Points by Sheraton – Vashi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Four Points by Sheraton – Vashi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The Club – Vashi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The Club – Vashi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Courtyard by Marriott – Andheri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Courtyard by Marriott – Andheri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Westin – Powai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Westin – Powai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Meluha The Fern – Powai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t>Meluha The Fern – Powai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a:p>
          <a:p>
            <a:r>
              <a:t>Key Highlights:</a:t>
            </a:r>
          </a:p>
          <a:p>
            <a:r>
              <a:t>• Spacious banquet halls with customizable layouts</a:t>
            </a:r>
          </a:p>
          <a:p>
            <a:r>
              <a:t>• In-house catering and décor support</a:t>
            </a:r>
          </a:p>
          <a:p>
            <a:r>
              <a:t>• Suitable for weddings, corporate events &amp; private celebrations</a:t>
            </a:r>
          </a:p>
          <a:p>
            <a:r>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2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731520"/>
          </a:xfrm>
          <a:prstGeom prst="rect">
            <a:avLst/>
          </a:prstGeom>
          <a:noFill/>
        </p:spPr>
        <p:txBody>
          <a:bodyPr wrap="none">
            <a:spAutoFit/>
          </a:bodyPr>
          <a:lstStyle/>
          <a:p>
            <a:pPr>
              <a:defRPr sz="3000" b="1">
                <a:solidFill>
                  <a:srgbClr val="D4AF37"/>
                </a:solidFill>
              </a:defRPr>
            </a:pPr>
            <a:r>
              <a:t>Athena Banquets – Powai</a:t>
            </a:r>
          </a:p>
        </p:txBody>
      </p:sp>
      <p:sp>
        <p:nvSpPr>
          <p:cNvPr id="4" name="TextBox 3"/>
          <p:cNvSpPr txBox="1"/>
          <p:nvPr/>
        </p:nvSpPr>
        <p:spPr>
          <a:xfrm>
            <a:off x="731520" y="1371600"/>
            <a:ext cx="5029200" cy="3200400"/>
          </a:xfrm>
          <a:prstGeom prst="rect">
            <a:avLst/>
          </a:prstGeom>
          <a:noFill/>
        </p:spPr>
        <p:txBody>
          <a:bodyPr wrap="square">
            <a:normAutofit/>
          </a:bodyPr>
          <a:lstStyle/>
          <a:p>
            <a:pPr>
              <a:defRPr sz="1600">
                <a:solidFill>
                  <a:srgbClr val="FFFFFF"/>
                </a:solidFill>
              </a:defRPr>
            </a:pPr>
            <a:r>
              <a:rPr dirty="0"/>
              <a:t>Athena Banquets – Powai is a premium event venue in Mumbai/Navi Mumbai offering elegant banquet facilities suitable for weddings, receptions, corporate conferences, and social celebrations. The venue is known for professional hospitality, flexible décor options, and curated catering services that enhance every occasion.</a:t>
            </a:r>
          </a:p>
          <a:p>
            <a:endParaRPr dirty="0"/>
          </a:p>
          <a:p>
            <a:r>
              <a:rPr dirty="0"/>
              <a:t>Key Highlights:</a:t>
            </a:r>
          </a:p>
          <a:p>
            <a:r>
              <a:rPr dirty="0"/>
              <a:t>• Spacious banquet halls with customizable layouts</a:t>
            </a:r>
          </a:p>
          <a:p>
            <a:r>
              <a:rPr dirty="0"/>
              <a:t>• In-house catering and décor support</a:t>
            </a:r>
          </a:p>
          <a:p>
            <a:r>
              <a:rPr dirty="0"/>
              <a:t>• Suitable for weddings, corporate events &amp; private celebrations</a:t>
            </a:r>
          </a:p>
          <a:p>
            <a:r>
              <a:rPr dirty="0"/>
              <a:t>• Professional event coordination support</a:t>
            </a:r>
          </a:p>
        </p:txBody>
      </p:sp>
      <p:sp>
        <p:nvSpPr>
          <p:cNvPr id="5" name="Rectangle 4"/>
          <p:cNvSpPr/>
          <p:nvPr/>
        </p:nvSpPr>
        <p:spPr>
          <a:xfrm>
            <a:off x="5943600" y="137160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Venue Structure Photo</a:t>
            </a:r>
          </a:p>
        </p:txBody>
      </p:sp>
      <p:sp>
        <p:nvSpPr>
          <p:cNvPr id="6" name="Rectangle 5"/>
          <p:cNvSpPr/>
          <p:nvPr/>
        </p:nvSpPr>
        <p:spPr>
          <a:xfrm>
            <a:off x="5943600" y="3474720"/>
            <a:ext cx="2743200" cy="18288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t>Sample Event Setup Photo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2928</Words>
  <Application>Microsoft Office PowerPoint</Application>
  <PresentationFormat>On-screen Show (4:3)</PresentationFormat>
  <Paragraphs>311</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Ramita Manjrekar</cp:lastModifiedBy>
  <cp:revision>2</cp:revision>
  <dcterms:created xsi:type="dcterms:W3CDTF">2013-01-27T09:14:16Z</dcterms:created>
  <dcterms:modified xsi:type="dcterms:W3CDTF">2026-02-11T10:51:14Z</dcterms:modified>
  <cp:category/>
</cp:coreProperties>
</file>